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que la fenêtre a été validée par le client le 2 septembre.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rollback est testé en préprod chaque semaine.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Plan de déploiement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Objectif : migrer la prod avant le 30 septembre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Fenêtre : dimanche 03h–05h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Risques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Risque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Parade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Perte de données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Sauvegarde à froid avant bascule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Rollback impossible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Image précédente conservée 7 jours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Questions 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2026-09-08T17:46:39Z</dcterms:created>
  <dcterms:modified xsi:type="dcterms:W3CDTF">2026-09-08T17:46:39Z</dcterms:modified>
</cp:coreProperties>
</file>