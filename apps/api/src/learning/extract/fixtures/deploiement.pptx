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Rappeler que la fenêtre a été validée par le client le 2 septembre.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rollback est testé en préprod chaque semaine.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2296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Plan de déploiement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Objectif : migrer la prod avant le 30 septembre</a:t>
            </a:r>
            <a:endParaRPr lang="en-US" dirty="0"/>
          </a:p>
          <a:p>
            <a:pPr marL="342900" indent="-3429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Fenêtre : dimanche 03h–05h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Risques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Risque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Parade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Perte de données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Sauvegarde à froid avant bascule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Rollback impossible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Image précédente conservée 7 jours</a:t>
                      </a:r>
                      <a:endParaRPr lang="en-US" sz="12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Questions ?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2026-09-08T17:54:37Z</dcterms:created>
  <dcterms:modified xsi:type="dcterms:W3CDTF">2026-09-08T17:54:37Z</dcterms:modified>
</cp:coreProperties>
</file>